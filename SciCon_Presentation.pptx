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SciCon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Scientific Conference Management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3A52"/>
                </a:solidFill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3A52"/>
                </a:solidFill>
              </a:defRPr>
            </a:pPr>
            <a:r>
              <a:t>Current State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Manual reviewer assignment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Inconsistent paper evaluation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Scattered registrations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Time-consuming certificates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Limited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28016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3A52"/>
                </a:solidFill>
              </a:defRPr>
            </a:pPr>
            <a:r>
              <a:t>SciCon Solution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Automated management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Standardized scoring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Centralized platform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Auto-generated certs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Interactive features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3A52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3A52"/>
                </a:solidFill>
              </a:defRPr>
            </a:pPr>
            <a:r>
              <a:t>Frontend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React 18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Vite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Shadcn/UI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Tailwind CSS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Axios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28016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3A52"/>
                </a:solidFill>
              </a:defRPr>
            </a:pPr>
            <a:r>
              <a:t>Backend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Django 4.2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DRF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JWT Auth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PostgreSQL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Docker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3A52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React SPA → JWT Token → Django REST API → ORM → PostgreSQL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Frontend: Role-based routing, Shadcn/UI, centralized API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Backend: 50+ REST endpoints, 14 models, custom permissions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Four User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👨‍💼 Organizer: Create events, assign reviewers, manage registrations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📝 Author: Submit papers, track reviews, get feedback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🔍 Reviewer: Evaluate papers, score submissions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🎫 Participant: Browse events, register, download certificates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3A52"/>
                </a:solidFill>
              </a:defRPr>
            </a:pPr>
            <a:r>
              <a:t>Event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Draft → Open Call → Reviewing → Program Ready → Ongoing → Completed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Open Call: Authors submit papers with abstracts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Reviewing: Organizer assigns reviewers for evaluation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Program Ready: Accepted papers assigned to sessions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Completed: Certificates generated automatically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3A52"/>
                </a:solidFill>
              </a:defRPr>
            </a:pPr>
            <a:r>
              <a:t>Intelligent Review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Three-Dimensional Scoring (1-5 scale):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• Relevance: Alignment with conference themes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• Quality: Scientific rigor and methodology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• Originality: Contribution to the field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Each reviewer scores independently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3A52"/>
                </a:solidFill>
              </a:defRPr>
            </a:pPr>
            <a:r>
              <a:t>Automated Decision Making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After 2+ reviews, system calculates average score: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if avg_score &gt;= 4.0  → ACCEPTED ✓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if avg_score &lt; 2.5   → REJECTED ✗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otherwise            → REVISION REQUESTED 🔄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Benefits: No bias • Consistency • Saves 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Core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14 interconnected database models: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User • Event • Session • Submission • Review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Registration • Workshop • Question • Survey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Certificate • Message • Notification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Event → Submissions → Reviews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Event → Registrations → Users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3A52"/>
                </a:solidFill>
              </a:defRPr>
            </a:pPr>
            <a:r>
              <a:t>Frontend Organization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Feature-based modular structure: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features/auth/ - Login, registration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features/dashboard/ - 4 role dashboards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features/events/ - Event management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features/submissions/ - Paper workflow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components/ui/ - Shadcn/UI atoms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services/api.js - API client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3A52"/>
                </a:solidFill>
              </a:defRPr>
            </a:pPr>
            <a:r>
              <a:t>Shadcn/UI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Card: Dashboard panels, event listings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Button: Actions with variants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Badge: Status indicators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Tabs: Dashboard navigation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Toast: Notifications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Table: Submission lists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3A52"/>
                </a:solidFill>
              </a:defRPr>
            </a:pPr>
            <a:r>
              <a:t>REST API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Over 50 endpoints: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Auth: register, login, refresh, profile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Events: list, create, edit, delete, stats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Submissions: submit, list, assign-reviewers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Reviews: evaluate, score, decide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Registrations: register, payment, tracking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Certificates: generate, download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Registration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User clicks 'Register for Event'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↓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POST /api/events/:id/registrations/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↓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Backend validates &amp; checks for duplicates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↓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Toast notification with success/error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Complete in ~500ms with instant feedback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3A52"/>
                </a:solidFill>
              </a:defRPr>
            </a:pPr>
            <a:r>
              <a:t>Security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🔐 Authentication: JWT tokens, PBKDF2 hashing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🛡️ Authorization: Role-Based Access Control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✅ Data Integrity: Unique constraints, validation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📁 File Security: Upload isolation, verification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All sensitive operations protected by custom permissions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3A52"/>
                </a:solidFill>
              </a:defRPr>
            </a:pPr>
            <a:r>
              <a:t>Automatic Certificate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System generates 4 certificate types: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• Participation: All registered participants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• Presentation: Accepted paper authors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• Scientific Committee: Reviewers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• Organization: Event organizers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Generated automatically after event completion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3A52"/>
                </a:solidFill>
              </a:defRPr>
            </a:pPr>
            <a:r>
              <a:t>Event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Submissions by country/institution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Registration metrics: participants, speakers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Survey results: ratings, feedback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Geographic distribution of attendees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Session attendance tracking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Real-time organizer dashboard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3A52"/>
                </a:solidFill>
              </a:defRPr>
            </a:pPr>
            <a:r>
              <a:t>Development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3A52"/>
                </a:solidFill>
              </a:defRPr>
            </a:pPr>
            <a:r>
              <a:t>Tools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Git/GitHub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Trello/Notion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Discord/Slack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28016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3A52"/>
                </a:solidFill>
              </a:defRPr>
            </a:pPr>
            <a:r>
              <a:t>Team Roles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Project Manager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Frontend Lead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Backend Lead</a:t>
            </a:r>
          </a:p>
          <a:p>
            <a:pPr>
              <a:spcAft>
                <a:spcPts val="1000"/>
              </a:spcAft>
              <a:defRPr sz="1600">
                <a:solidFill>
                  <a:srgbClr val="1A1A1A"/>
                </a:solidFill>
              </a:defRPr>
            </a:pPr>
            <a:r>
              <a:t>Database Admin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3A52"/>
                </a:solidFill>
              </a:defRPr>
            </a:pPr>
            <a:r>
              <a:t>Getting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Backend: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python -m venv venv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pip install -r requirements.txt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python manage.py runserver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Frontend: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npm install &amp;&amp; npm run dev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3A52"/>
                </a:solidFill>
              </a:defRPr>
            </a:pPr>
            <a:r>
              <a:t>Project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Phase 1: Requirements (Weeks 1-3)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Phase 2: Backend API (Weeks 4-7)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Phase 3: Frontend (Weeks 8-11)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Phase 4: Integration &amp; Testing (Weeks 12-13)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Phase 5: Documentation &amp; Deployment (Weeks 14-15)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Duration: January 2025 → June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Project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Complete source code (frontend + backend)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Technical documentation with diagrams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API endpoint documentation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Database schema diagrams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Deployment instructions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GitHub repository with README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3A52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Enterprise-grade conference management platform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Modern React + Django architecture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Intelligent peer review with automation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4 distinct dashboards for different roles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Scalable from workshops to international conferences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